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team. This deck covers our full-year strategy refresh and the three growth pillars we are committing to in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shift in consumer values. The data on brand loyalty is particularly striking and justifies our experience-first pivot.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pillar has a dedicated budget allocation and a named owner. We will review pillar performance quarterly.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increase in experiential spend reflects pillar one. The analytics investment is essential for proving ROI across all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stretch targets. Emphasise that the KPIs were set collaboratively with regional leads, not imposed top-down.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 owners before we close the session. Each action item has a named DRI and a deadline in the project tracker.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560320"/>
            <a:ext cx="73152" cy="13716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Global Marketing Strategy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</a:rPr>
              <a:t>Building Brand Presence Across Emerging and Established Markets
Q1 Strategic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Market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3314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Key Observations: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Consumer spending in emerging markets grew 14% YoY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Digital advertising now exceeds traditional channels in 38 countries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Brand loyalty is declining — experience now drives 65% of purchase decisions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Sustainability credentials are a top-3 factor for under-35 consumers globally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Three Growth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3314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Experience-Led Campaigns — immersive activations that create shareable moments</a:t>
            </a:r>
          </a:p>
          <a:p>
            <a:r>
              <a:rPr sz="1300">
                <a:solidFill>
                  <a:srgbClr val="1A1A2E"/>
                </a:solidFill>
              </a:rPr>
              <a:t>Localised Content at Scale — culturally resonant messaging in 12 new markets</a:t>
            </a:r>
          </a:p>
          <a:p>
            <a:r>
              <a:rPr sz="1300">
                <a:solidFill>
                  <a:srgbClr val="1A1A2E"/>
                </a:solidFill>
              </a:rPr>
              <a:t>Sustainability Storytelling — authentic, measurable impact narratives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2025 Budget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3314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Total Budget: $48M across all regions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Digital &amp; Social: 42%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Experiential Events: 23%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Content Production: 18%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Partnerships &amp; Sponsorships: 11%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Research &amp; Analytics: 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3314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We will track success against the following targets: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Brand Awareness: +12 points in 5 priority markets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Net Promoter Score: from 34 to 45 globally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Digital Engagement Rate: 4.5% average across owned channels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Campaign Attribution Revenue: $120M influenced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3314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Immediate Actions: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Finalise regional market plans by end of Q1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Brief creative agencies on experience-led campaign briefs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Launch sustainability audit across all product lines</a:t>
            </a:r>
          </a:p>
          <a:p>
            <a:pPr lvl="1"/>
            <a:r>
              <a:rPr sz="1300">
                <a:solidFill>
                  <a:srgbClr val="1A1A2E"/>
                </a:solidFill>
              </a:rPr>
              <a:t>• Schedule quarterly business review cadence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